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6" r:id="rId9"/>
    <p:sldId id="261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D1A"/>
    <a:srgbClr val="49CC90"/>
    <a:srgbClr val="22D3EE"/>
    <a:srgbClr val="3776AB"/>
    <a:srgbClr val="6366F1"/>
    <a:srgbClr val="F59E0B"/>
    <a:srgbClr val="50E3C2"/>
    <a:srgbClr val="FCA130"/>
    <a:srgbClr val="61AFFE"/>
    <a:srgbClr val="7C3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7.png"/><Relationship Id="rId4" Type="http://schemas.openxmlformats.org/officeDocument/2006/relationships/image" Target="../media/image9.png"/><Relationship Id="rId9" Type="http://schemas.openxmlformats.org/officeDocument/2006/relationships/image" Target="../media/image11.png"/><Relationship Id="rId1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ermo.top/The-inventory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Microservice for inventory management: products, warehouses, and suppliers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ATION: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chose this topic to learn how to manage a real database through an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to understand how to develop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step by step.</a:t>
            </a:r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</a:t>
            </a:r>
            <a:r>
              <a:rPr lang="en-GB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built to optimize warehouse workflows. It allows real-time stock monitoring, supplier relationship management, and freight transfer between locations.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main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tables</a:t>
            </a:r>
            <a:endParaRPr lang="en-US" sz="11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4F41233E-4870-59F4-DF13-16E59A064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" y="14715"/>
            <a:ext cx="82296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3C32689-1459-AE70-E08F-B43D86411CA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657" y="118827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399" y="97078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MAPPING AND R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ELAT</a:t>
            </a:r>
            <a:r>
              <a:rPr lang="en-GB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IONAL LOGIC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56FCE334-CBB9-ED97-428D-4EEC04A71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5486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documentation via </a:t>
            </a:r>
            <a:r>
              <a:rPr lang="en-US" sz="1200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(Swagger) · Accessible at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</a:t>
            </a:r>
            <a:r>
              <a:rPr lang="en-GB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management - SKU, name, price, stock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administration - location and capacity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database - contact and commercial details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transfer and quantity adjustment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7287B63-6648-5520-31A3-124A5A37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every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</a:t>
            </a:r>
            <a:r>
              <a:rPr lang="en-GB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 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development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en-GB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800" b="1" dirty="0"/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AC7EE12-0F0F-64C8-C52F-6A4A5E03A7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14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Establishing the project in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initializing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 for scalable and asynchronous development.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development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Integrating the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engine for database management and using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strict data validation.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cs typeface="Segoe UI" pitchFamily="34" charset="-120"/>
              </a:rPr>
              <a:t>Data management</a:t>
            </a:r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GB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structure and generating interactive documentation via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endpoint testing.</a:t>
            </a:r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interface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components with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integrating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logic.ac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synchronization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code versioning using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configuring the relational database instance in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launch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 the frontend application on </a:t>
            </a:r>
            <a:r>
              <a:rPr lang="en-GB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deploying the backend service on the </a:t>
            </a:r>
            <a:r>
              <a:rPr lang="en-GB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GB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platform.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1" name="Image 0" descr="preencoded.png">
            <a:extLst>
              <a:ext uri="{FF2B5EF4-FFF2-40B4-BE49-F238E27FC236}">
                <a16:creationId xmlns:a16="http://schemas.microsoft.com/office/drawing/2014/main" id="{F98098BF-D236-042A-A97D-C0531C7CDB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8254" y="138793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ine 3">
            <a:extLst>
              <a:ext uri="{FF2B5EF4-FFF2-40B4-BE49-F238E27FC236}">
                <a16:creationId xmlns:a16="http://schemas.microsoft.com/office/drawing/2014/main" id="{41002AD1-67C7-CFC0-4279-979F8572D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569" y="106680"/>
            <a:ext cx="3354861" cy="1096781"/>
          </a:xfrm>
          <a:prstGeom prst="rect">
            <a:avLst/>
          </a:prstGeom>
        </p:spPr>
      </p:pic>
      <p:sp>
        <p:nvSpPr>
          <p:cNvPr id="7" name="Shape 16">
            <a:extLst>
              <a:ext uri="{FF2B5EF4-FFF2-40B4-BE49-F238E27FC236}">
                <a16:creationId xmlns:a16="http://schemas.microsoft.com/office/drawing/2014/main" id="{EAD13ABF-C891-C86B-7074-0FA17B0C1B9C}"/>
              </a:ext>
            </a:extLst>
          </p:cNvPr>
          <p:cNvSpPr/>
          <p:nvPr/>
        </p:nvSpPr>
        <p:spPr>
          <a:xfrm>
            <a:off x="347471" y="1414248"/>
            <a:ext cx="8449056" cy="384048"/>
          </a:xfrm>
          <a:prstGeom prst="rect">
            <a:avLst/>
          </a:prstGeom>
          <a:solidFill>
            <a:srgbClr val="0E1628"/>
          </a:solidFill>
          <a:ln w="38100">
            <a:solidFill>
              <a:srgbClr val="38BDF8"/>
            </a:solidFill>
            <a:prstDash val="solid"/>
          </a:ln>
        </p:spPr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A7FA51B-09B4-967F-C1AC-878A9D6A71B7}"/>
              </a:ext>
            </a:extLst>
          </p:cNvPr>
          <p:cNvSpPr txBox="1"/>
          <p:nvPr/>
        </p:nvSpPr>
        <p:spPr>
          <a:xfrm>
            <a:off x="2285998" y="14309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https://fermo.top/The-inventory/</a:t>
            </a:r>
            <a:endParaRPr lang="en-US" sz="1800" b="1" dirty="0"/>
          </a:p>
        </p:txBody>
      </p:sp>
      <p:pic>
        <p:nvPicPr>
          <p:cNvPr id="2" name="Grafic 18">
            <a:extLst>
              <a:ext uri="{FF2B5EF4-FFF2-40B4-BE49-F238E27FC236}">
                <a16:creationId xmlns:a16="http://schemas.microsoft.com/office/drawing/2014/main" id="{C82636AF-A776-4B45-A003-AD4C32B35C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48" t="5116" r="6613" b="6060"/>
          <a:stretch>
            <a:fillRect/>
          </a:stretch>
        </p:blipFill>
        <p:spPr>
          <a:xfrm>
            <a:off x="3272331" y="2124535"/>
            <a:ext cx="2599334" cy="2616605"/>
          </a:xfrm>
          <a:prstGeom prst="rect">
            <a:avLst/>
          </a:prstGeom>
          <a:ln w="38100">
            <a:solidFill>
              <a:srgbClr val="38BDF8"/>
            </a:solidFill>
          </a:ln>
        </p:spPr>
      </p:pic>
    </p:spTree>
    <p:extLst>
      <p:ext uri="{BB962C8B-B14F-4D97-AF65-F5344CB8AC3E}">
        <p14:creationId xmlns:p14="http://schemas.microsoft.com/office/powerpoint/2010/main" val="129260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Modeling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relational structure without redundancy -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validation, secure transfer routes, and automated </a:t>
            </a:r>
            <a:r>
              <a:rPr lang="en-GB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(DB)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- complete, live distributed environment.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hooks, state management,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calls, </a:t>
            </a:r>
            <a:r>
              <a:rPr lang="en-GB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r>
              <a:rPr lang="en-GB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end-to-end integration.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/>
          </a:p>
        </p:txBody>
      </p:sp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skills and objectives achieved in project development:</a:t>
            </a:r>
            <a:endParaRPr lang="en-GB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0B0EAA7-61EA-AC8A-7297-FD8D24E1BF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-74933"/>
            <a:ext cx="8229600" cy="914400"/>
          </a:xfrm>
          <a:prstGeom prst="rect">
            <a:avLst/>
          </a:prstGeom>
        </p:spPr>
      </p:pic>
      <p:sp>
        <p:nvSpPr>
          <p:cNvPr id="29" name="Shape 16">
            <a:extLst>
              <a:ext uri="{FF2B5EF4-FFF2-40B4-BE49-F238E27FC236}">
                <a16:creationId xmlns:a16="http://schemas.microsoft.com/office/drawing/2014/main" id="{48C4793F-E6AA-F4E8-02C1-136B68793BE3}"/>
              </a:ext>
            </a:extLst>
          </p:cNvPr>
          <p:cNvSpPr/>
          <p:nvPr/>
        </p:nvSpPr>
        <p:spPr>
          <a:xfrm>
            <a:off x="375844" y="4494276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0D760EAB-3D5A-80F4-FE1C-CA4AAE620F85}"/>
              </a:ext>
            </a:extLst>
          </p:cNvPr>
          <p:cNvSpPr/>
          <p:nvPr/>
        </p:nvSpPr>
        <p:spPr>
          <a:xfrm>
            <a:off x="375844" y="4494276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for your attention 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475</Words>
  <Application>Microsoft Office PowerPoint</Application>
  <PresentationFormat>Expunere pe ecran (16:9)</PresentationFormat>
  <Paragraphs>139</Paragraphs>
  <Slides>9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11</cp:revision>
  <dcterms:created xsi:type="dcterms:W3CDTF">2026-05-15T08:52:47Z</dcterms:created>
  <dcterms:modified xsi:type="dcterms:W3CDTF">2026-05-31T11:19:28Z</dcterms:modified>
</cp:coreProperties>
</file>